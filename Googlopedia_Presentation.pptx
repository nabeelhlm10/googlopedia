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9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Googlopedia Project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91440"/>
            <a:ext cx="457200" cy="457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4292E"/>
                </a:solidFill>
              </a:rPr>
              <a:t>Googlopedia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55555"/>
                </a:solidFill>
              </a:rPr>
              <a:t>The Ultimate Learning Hub (E-Books &amp; Articles Platform)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3657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77777"/>
                </a:solidFill>
              </a:rPr>
              <a:t>A Modern Full-Stack Web Application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92E"/>
                </a:solidFill>
              </a:rPr>
              <a:t>Project Overview &amp; Motivation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Objective: Provide a seamless platform for knowledge discovery through premium e-books and curated articles.</a:t>
            </a: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Problem Solved: Centralizing learning resources with a high-performance, responsive UI while ensuring data integrity and security.</a:t>
            </a: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Target Audience: Students, professionals, and lifelong learners looking for structured educational content.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92E"/>
                </a:solidFill>
              </a:rPr>
              <a:t>Core Functions - User Experience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Navigation: Dynamic sidebar and fixed navbar for effortless browsing across modules.</a:t>
            </a: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Discovery: Integrated search capabilities for quickly finding books and specific articles.</a:t>
            </a: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Authentication: Secure Login and Registration system with encrypted password handling.</a:t>
            </a: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Responsive Design: Fully optimized layout ensuring usability across desktops, tablets, and mobile devices.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92E"/>
                </a:solidFill>
              </a:rPr>
              <a:t>Core Functions - 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E-Book Library: Centralized browsing and access to external digital book assets.</a:t>
            </a: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Article Repository: Categorized articles allowing deep dives into specific educational subjects.</a:t>
            </a: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Shopping Cart: Capability to select, manage, and track desired resources within the application.</a:t>
            </a: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User Profile: Personalized settings, activity tracking, and role-based access control (Admin vs. User).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92E"/>
                </a:solidFill>
              </a:rPr>
              <a:t>Frontend 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3657600" cy="27432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React.js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Component-based architecture for building interactive UIs. Handles state management efficiently across the Single Page Application (SPA).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0" y="1828800"/>
            <a:ext cx="3657600" cy="27432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0" y="18288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Vite &amp; Vanilla CSS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Vite serves as the lightning-fast build tool and development server. Styling is handled via highly-customized, flexible Vanilla CSS relying on modern Flexbox/Grid systems.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92E"/>
                </a:solidFill>
              </a:rPr>
              <a:t>Backend 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3657600" cy="27432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Spring Boot (Java)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Provides the core robust framework for the backend server, managing dependency injection, embedded servers, and rapid application development context.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0" y="1828800"/>
            <a:ext cx="3657600" cy="27432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0" y="18288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Spring Security &amp; Validation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Security layer manages CORS and protects API endpoints. Jakarta Bean Validation enforces strict data integrity rules directly on data models before processing.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92E"/>
                </a:solidFill>
              </a:rPr>
              <a:t>Database &amp; Data Storage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System: MySQL 8 (Relational Database Management System)</a:t>
            </a: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Persistence Strategy: Object-Relational Mapping (ORM) implemented via Hibernate and Spring Data JPA.</a:t>
            </a: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Key Entities:</a:t>
            </a: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  • User (ID, credentials, roles)</a:t>
            </a: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  • Book (Metadata, pricing, availability)</a:t>
            </a: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  • Article (Content, authorship)</a:t>
            </a: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  • Review (Ratings, comments, relationships)</a:t>
            </a: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Performance: Utilizes dialect-specific optimizations and structured DDL queries for automated schema management.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92E"/>
                </a:solidFill>
              </a:rPr>
              <a:t>API Architecture &amp; Endpoints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Controller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Endpoint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Method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Function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Auth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/api/v1/auth/register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POST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Creates new user with validation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Auth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/api/v1/auth/login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POST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Authenticates user credentials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EBook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/api/v1/ebooks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GET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Retrieves catalog of digital books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Article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/api/v1/articles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GET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Fetches content repository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Review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/api/v1/reviews/add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POST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Submits user-generated ratings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92E"/>
                </a:solidFill>
              </a:rPr>
              <a:t>Server Infrastructure &amp; Connectivity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Frontend Server: Node.js running Vite local development server on Port 5173.</a:t>
            </a: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Backend Server: Java running embedded Apache Tomcat container on Port 8080.</a:t>
            </a: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Connectivity (CORS): The backend is explicitly configured via @CrossOrigin annotations and Security filters to accept asynchronous JavaScript (AJAX/Fetch) requests originating from the `localhost:5173` origin, preventing browser security blocks while maintaining safety.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92E"/>
                </a:solidFill>
              </a:rPr>
              <a:t>Security &amp; Validation Strategy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1. Client-Side Constraints: HTML5 validation prevents empty submissions and malformed data from leaving the browser.</a:t>
            </a: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2. Server-Side Bean Validation: Jakarta annotations (@NotBlank, @Email, @Size) strictly enforce business rules at the Controller level.</a:t>
            </a: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3. Exception Handling: A dedicated @ControllerAdvice global handler catches validation violations and returns structured 400 Bad Request maps containing specific field-level error messages to the frontend.</a:t>
            </a: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4. Transport: Configurable to enforce HTTPS in production environments.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92E"/>
                </a:solidFill>
              </a:rPr>
              <a:t>User Interface: Home Page Integration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[ Please insert screenshot of the Home Page (http://localhost:5173/) here ]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92E"/>
                </a:solidFill>
              </a:rPr>
              <a:t>User Interface: E-Books &amp; Library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[ Please insert screenshot of the Books Page (http://localhost:5173/books) here ]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92E"/>
                </a:solidFill>
              </a:rPr>
              <a:t>User Interface: Knowledge Articles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[ Please insert screenshot of the Articles Page (http://localhost:5173/articles) here ]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92E"/>
                </a:solidFill>
              </a:rPr>
              <a:t>User Interface: Shopping Cart Module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[ Please insert screenshot of the Cart Page (http://localhost:5173/cart) here ]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92E"/>
                </a:solidFill>
              </a:rPr>
              <a:t>Conclusion &amp; Future Enhancements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Current Status:</a:t>
            </a: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Googlopedia successfully integrates a dynamic React frontend with a robust, validated Spring Boot backend, utilizing a persistent MySQL data tier.</a:t>
            </a: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Future Roadmap:</a:t>
            </a: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1. Payment Gateway Integration for cart checkout.</a:t>
            </a: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2. Machine Learning-driven content recommendations based on user history.</a:t>
            </a: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3. OAuth 2.0 (Google/GitHub) Single Sign-On implementation.</a:t>
            </a: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4. Real-time community discussion forums via WebSockets.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2026-02-21T09:39:01Z</dcterms:created>
  <dcterms:modified xsi:type="dcterms:W3CDTF">2026-02-21T09:39:01Z</dcterms:modified>
</cp:coreProperties>
</file>